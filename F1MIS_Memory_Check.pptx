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779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 DOCUMENT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F1MIS System Memory Check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Synchronization Protection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“Out of Memory” failures in Tally synchronization on cloud &amp; RDP servers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2630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50749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2630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50749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50749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2630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50749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50749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2630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50749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smtClean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6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dirty="0" smtClean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</a:t>
            </a:r>
            <a:r>
              <a:rPr lang="en-US" sz="1600" dirty="0" smtClean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tejam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Tally Runs Out of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is installed on cloud/RDP servers alongside Tally, SQL Server, and multiple remote-desktop users. During transaction synchronization, Tally freezes and closes with an “Out of Memory” error — because it needs sufficient available RAM while generating transaction data/XML.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4214681"/>
            <a:ext cx="5943600" cy="1472184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279743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78998" y="4315265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4334959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9397" y="4481263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system memory validation before (1) F1MIS installation and (2) F1MIS synchronization.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949440" y="1417320"/>
            <a:ext cx="4709160" cy="4709160"/>
          </a:xfrm>
          <a:prstGeom prst="roundRect">
            <a:avLst>
              <a:gd name="adj" fmla="val 194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Competing for RAM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0" y="2240280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26307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2313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98080" y="2624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overhead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3223260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26307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3282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0" y="3593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0" y="4178808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26307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Users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0" y="45628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sessions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0" y="5148072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26307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52212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+ Others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workload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— Memory Check &amp; Synchronization Protection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REQUIREMENT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Application Must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Physical RAM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3375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installed system memory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38144" y="15544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3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712464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71246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94176" y="2651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RAM Before Sync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94176" y="33375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memory at the moment sync begins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27648" y="15544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3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601968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01968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2651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83680" y="33375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supported Windows version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17152" y="15544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3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491472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49147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73184" y="2651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73184" y="33375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required runtime version present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check TOTAL RAM at install time, and AVAILABLE RAM every time before synchronization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— Memory Check &amp; Synchronization Protection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VALIDATION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 RAM Matters More Than Installed 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8 GB server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892808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5A6BAA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187452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2350008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7A8AC4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33172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Users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6040" y="2807208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9DAAD6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278892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Applications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06040" y="3264408"/>
            <a:ext cx="525780" cy="274320"/>
          </a:xfrm>
          <a:prstGeom prst="roundRect">
            <a:avLst>
              <a:gd name="adj" fmla="val 13333"/>
            </a:avLst>
          </a:prstGeom>
          <a:solidFill>
            <a:srgbClr val="C3CDE8"/>
          </a:solidFill>
          <a:ln/>
        </p:spPr>
      </p:sp>
      <p:sp>
        <p:nvSpPr>
          <p:cNvPr id="16" name="Text 14"/>
          <p:cNvSpPr/>
          <p:nvPr/>
        </p:nvSpPr>
        <p:spPr>
          <a:xfrm>
            <a:off x="3223260" y="324612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62636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862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RAM remaining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06040" y="3904488"/>
            <a:ext cx="525780" cy="274320"/>
          </a:xfrm>
          <a:prstGeom prst="roundRect">
            <a:avLst>
              <a:gd name="adj" fmla="val 13333"/>
            </a:avLst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3223260" y="388620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1417320"/>
            <a:ext cx="4709160" cy="4709160"/>
          </a:xfrm>
          <a:prstGeom prst="roundRect">
            <a:avLst>
              <a:gd name="adj" fmla="val 194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Thresholds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315200" y="2240280"/>
            <a:ext cx="3977640" cy="960120"/>
          </a:xfrm>
          <a:prstGeom prst="roundRect">
            <a:avLst>
              <a:gd name="adj" fmla="val 5714"/>
            </a:avLst>
          </a:prstGeom>
          <a:solidFill>
            <a:srgbClr val="26307A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231343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Total RAM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84080" y="224028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GB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0" y="3337560"/>
            <a:ext cx="3977640" cy="960120"/>
          </a:xfrm>
          <a:prstGeom prst="roundRect">
            <a:avLst>
              <a:gd name="adj" fmla="val 5714"/>
            </a:avLst>
          </a:prstGeom>
          <a:solidFill>
            <a:srgbClr val="26307A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34107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Total RAM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84080" y="333756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GB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315200" y="4434840"/>
            <a:ext cx="3977640" cy="960120"/>
          </a:xfrm>
          <a:prstGeom prst="roundRect">
            <a:avLst>
              <a:gd name="adj" fmla="val 5714"/>
            </a:avLst>
          </a:prstGeom>
          <a:solidFill>
            <a:srgbClr val="26307A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45079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Available RAM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Sync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84080" y="443484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GB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15200" y="54864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Total RAM &lt; 8 GB → Show Warning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Available RAM &lt; 1.5 GB → Show Warning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force-close the application)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— Memory Check &amp; Synchronization Protection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INSTALLATION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Installation-Time Memory Check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F1MISSetup.msi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80360" y="164592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46120" y="16459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645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Check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164592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0" y="16459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645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164592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641080" y="16459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645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324612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E9F5EE"/>
          </a:solidFill>
          <a:ln w="12700">
            <a:solidFill>
              <a:srgbClr val="2C7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3474720"/>
            <a:ext cx="502920" cy="502920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4884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Continue Installation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48840" y="3886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meets requirements. Setup proceeds normally without interruption.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324612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BEDEB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747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2668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Show Warning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26680" y="3886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memory detected. User is informed with system details and can choose to continue or cancel.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“Low memory detected on this computer. Total RAM: XX GB — Recommended: 8 GB minimum, 16 GB recommended. Close unused applications, logout unused RDP users, or increase server memory. Do you want to continue installation? [YES] [NO]”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— Memory Check &amp; Synchronization Protection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SYNCHRONIZATION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Synchronization-Time Memory Check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→ Sync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64592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749040" y="16459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645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64592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949440" y="16459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645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OK?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32461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2C7A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3474720"/>
            <a:ext cx="502920" cy="502920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4884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Start Synchronization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48840" y="3886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memory is sufficient. Tally transaction sync begins immediately.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66560" y="32461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BEDEB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34747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2668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Show Warning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26680" y="3886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Total RAM, Available RAM &amp; Active Users. User chooses Continue or Cancel.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point: If SystemMemoryCheck.CheckMemory() Then StartSync() Else Exit Sub — the check runs before every sync attempt.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— Memory Check &amp; Synchronization Protection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RECOMMENDED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Health Check Screen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F1MIS › System Health Check menu gives users a single, clear readiness report before they attempt to sync.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visible pass/fail per item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support tickets from unclear crashes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users to fix issues proactively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5349240" cy="502920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645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SYSTEM HEALTH REPORT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06840" y="21488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652760" y="2176272"/>
            <a:ext cx="274320" cy="274320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19" name="Text 17"/>
          <p:cNvSpPr/>
          <p:nvPr/>
        </p:nvSpPr>
        <p:spPr>
          <a:xfrm>
            <a:off x="10652760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06840" y="255117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652760" y="2578608"/>
            <a:ext cx="274320" cy="274320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23" name="Text 21"/>
          <p:cNvSpPr/>
          <p:nvPr/>
        </p:nvSpPr>
        <p:spPr>
          <a:xfrm>
            <a:off x="10652760" y="2578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29535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06840" y="295351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Bit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652760" y="2980944"/>
            <a:ext cx="274320" cy="274320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27" name="Text 25"/>
          <p:cNvSpPr/>
          <p:nvPr/>
        </p:nvSpPr>
        <p:spPr>
          <a:xfrm>
            <a:off x="10652760" y="2980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3355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06840" y="33558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652760" y="3383280"/>
            <a:ext cx="274320" cy="274320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1" name="Text 29"/>
          <p:cNvSpPr/>
          <p:nvPr/>
        </p:nvSpPr>
        <p:spPr>
          <a:xfrm>
            <a:off x="1065276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37581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RAM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06840" y="375818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652760" y="3785616"/>
            <a:ext cx="274320" cy="274320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5" name="Text 33"/>
          <p:cNvSpPr/>
          <p:nvPr/>
        </p:nvSpPr>
        <p:spPr>
          <a:xfrm>
            <a:off x="1065276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29400" y="41605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Connection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006840" y="41605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652760" y="4187952"/>
            <a:ext cx="274320" cy="274320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9" name="Text 37"/>
          <p:cNvSpPr/>
          <p:nvPr/>
        </p:nvSpPr>
        <p:spPr>
          <a:xfrm>
            <a:off x="10652760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29400" y="45628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Connection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006840" y="456285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652760" y="4590288"/>
            <a:ext cx="274320" cy="274320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43" name="Text 41"/>
          <p:cNvSpPr/>
          <p:nvPr/>
        </p:nvSpPr>
        <p:spPr>
          <a:xfrm>
            <a:off x="10652760" y="4590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629400" y="5102352"/>
            <a:ext cx="4709160" cy="502920"/>
          </a:xfrm>
          <a:prstGeom prst="roundRect">
            <a:avLst>
              <a:gd name="adj" fmla="val 10909"/>
            </a:avLst>
          </a:prstGeom>
          <a:solidFill>
            <a:srgbClr val="2C7A50"/>
          </a:solidFill>
          <a:ln/>
        </p:spPr>
      </p:sp>
      <p:sp>
        <p:nvSpPr>
          <p:cNvPr id="45" name="Text 43"/>
          <p:cNvSpPr/>
          <p:nvPr/>
        </p:nvSpPr>
        <p:spPr>
          <a:xfrm>
            <a:off x="6629400" y="51023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READY FOR SYNCHRONIZATION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— Memory Check &amp; Synchronization Protection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ADDITIONAL CHECKS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Memory: SQL Server &amp; Tally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Checks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4617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517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Service running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4617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4290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available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206240"/>
            <a:ext cx="4617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2062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disk space available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0" y="1874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Checks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29400" y="2651760"/>
            <a:ext cx="4617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6517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is running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29400" y="3429000"/>
            <a:ext cx="4617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4290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port available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52260" y="4236134"/>
            <a:ext cx="4617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2062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response available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— Memory Check &amp; Synchronization Protection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SERVER SIZING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Server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4480560" cy="4572000"/>
          </a:xfrm>
          <a:prstGeom prst="roundRect">
            <a:avLst>
              <a:gd name="adj" fmla="val 2449"/>
            </a:avLst>
          </a:prstGeom>
          <a:solidFill>
            <a:srgbClr val="9DAAD6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828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251460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514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645920" y="338328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33832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CPU</a:t>
            </a:r>
          </a:p>
        </p:txBody>
      </p:sp>
      <p:sp>
        <p:nvSpPr>
          <p:cNvPr id="10" name="Shape 8"/>
          <p:cNvSpPr/>
          <p:nvPr/>
        </p:nvSpPr>
        <p:spPr>
          <a:xfrm>
            <a:off x="1645920" y="425196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42519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Storage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45920" y="512064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5120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RDP Users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4480560" cy="457200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828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75120" y="251460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514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16 GB+ RAM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338328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3832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4–8 Core CPU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0" y="425196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2519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SSD Storage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512064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5120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3+ RDP Users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— Memory Check &amp; Synchronization Protection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Task 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8191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RAM checking module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3347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available memory validation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8503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installation warning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73659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sync warning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58191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system health check screen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63640" y="27432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63347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8 GB RDP server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63640" y="379476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68503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multiple users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63640" y="484632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473659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Tally transaction synchronization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F1MIS — Memory Check &amp; Synchronization Protection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741</Words>
  <Application>Microsoft Office PowerPoint</Application>
  <PresentationFormat>Widescreen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PC1</cp:lastModifiedBy>
  <cp:revision>12</cp:revision>
  <dcterms:created xsi:type="dcterms:W3CDTF">2026-07-18T06:16:13Z</dcterms:created>
  <dcterms:modified xsi:type="dcterms:W3CDTF">2026-07-18T09:06:25Z</dcterms:modified>
</cp:coreProperties>
</file>